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Waimea Bay Wave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Enriched Proof of Concept for World Surf League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Waimea Bay is one of the most iconic and dangerous big-wave surf breaks</a:t>
            </a:r>
          </a:p>
          <a:p>
            <a:r>
              <a:t>Contest-ready conditions are rare and costly to mobilize</a:t>
            </a:r>
          </a:p>
          <a:p>
            <a:r>
              <a:t>Better forecasts reduce wasted spend and missed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when waves will exceed 3 meters</a:t>
            </a:r>
          </a:p>
          <a:p>
            <a:r>
              <a:t>Provide advance notice for contest scheduling</a:t>
            </a:r>
          </a:p>
          <a:p>
            <a:r>
              <a:t>Enable data-driven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observations from 5 Pacific Ocean buoys</a:t>
            </a:r>
          </a:p>
          <a:p>
            <a:r>
              <a:t>Metrics include wave height, wave period, air temperature</a:t>
            </a:r>
          </a:p>
          <a:p>
            <a:r>
              <a:t>Upstream buoys capture swell generation and travel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Wave Heights at Waimea Bay</a:t>
            </a:r>
          </a:p>
        </p:txBody>
      </p:sp>
      <p:pic>
        <p:nvPicPr>
          <p:cNvPr id="3" name="Picture 2" descr="waimea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2286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Strong seasonality with rare extreme events.</a:t>
            </a:r>
          </a:p>
          <a:p>
            <a:r>
              <a:t>Big-wave days cluster during winter.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Wave Heights</a:t>
            </a:r>
          </a:p>
        </p:txBody>
      </p:sp>
      <p:pic>
        <p:nvPicPr>
          <p:cNvPr id="3" name="Picture 2" descr="waime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2286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 days are below the contest threshold.</a:t>
            </a:r>
          </a:p>
          <a:p>
            <a:r>
              <a:t>Highlights class imbalance for ≥3m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Seasonality of ≥3m Events</a:t>
            </a:r>
          </a:p>
        </p:txBody>
      </p:sp>
      <p:pic>
        <p:nvPicPr>
          <p:cNvPr id="3" name="Picture 2" descr="monthly_p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2286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Winter months dominate contest-ready conditions.</a:t>
            </a:r>
          </a:p>
          <a:p>
            <a:r>
              <a:t>Supports seasonal staffing and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Framing the Problem (Q1)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forecast horizon is most valuable?</a:t>
            </a:r>
          </a:p>
          <a:p>
            <a:r>
              <a:t>What is the acceptable risk tradeoff?</a:t>
            </a:r>
          </a:p>
          <a:p>
            <a:r>
              <a:t>Should forecasts be probabilistic or binary?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Enrichment (Q2)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Physics-based wave model outputs (NOAA)</a:t>
            </a:r>
          </a:p>
          <a:p>
            <a:r>
              <a:t>Wind direction and storm intensity</a:t>
            </a:r>
          </a:p>
          <a:p>
            <a:r>
              <a:t>Climate regime indicators (ENSO, PDO)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Integrity (Q3)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Forward-fill short gaps in buoy data</a:t>
            </a:r>
          </a:p>
          <a:p>
            <a:r>
              <a:t>Median imputation for remaining missing values</a:t>
            </a:r>
          </a:p>
          <a:p>
            <a:r>
              <a:t>Missing indicators retained as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Approach (Q4)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regression for transparency</a:t>
            </a:r>
          </a:p>
          <a:p>
            <a:r>
              <a:t>Tree-based ML for nonlinear dynamics</a:t>
            </a:r>
          </a:p>
          <a:p>
            <a:r>
              <a:t>Threshold-based contest decision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next-day wave height at Waimea Bay</a:t>
            </a:r>
          </a:p>
          <a:p>
            <a:r>
              <a:t>Lagged and rolling features across buoys</a:t>
            </a:r>
          </a:p>
          <a:p>
            <a:r>
              <a:t>Time-aware train/test split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wave height (meters)</a:t>
            </a:r>
          </a:p>
          <a:p>
            <a:r>
              <a:t>≥3m contest-ready indicator</a:t>
            </a:r>
          </a:p>
          <a:p>
            <a:r>
              <a:t>RMSE, MAE, precision, recall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Strategy (Q5)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dashboard with uncertainty</a:t>
            </a:r>
          </a:p>
          <a:p>
            <a:r>
              <a:t>Automated alerts when threshold likely</a:t>
            </a:r>
          </a:p>
          <a:p>
            <a:r>
              <a:t>Weekly executive outlook summaries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One-Month Expansion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physics-based forecasts</a:t>
            </a:r>
          </a:p>
          <a:p>
            <a:r>
              <a:t>Extend to multi-day horizons</a:t>
            </a:r>
          </a:p>
          <a:p>
            <a:r>
              <a:t>Deploy monitored API and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Big-wave forecasting is achievable and valuable</a:t>
            </a:r>
          </a:p>
          <a:p>
            <a:r>
              <a:t>Multi-buoy data captures swell propagation</a:t>
            </a:r>
          </a:p>
          <a:p>
            <a:r>
              <a:t>POC is a strong foundation for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